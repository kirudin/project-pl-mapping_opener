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60"/>
    <p:restoredTop sz="94694"/>
  </p:normalViewPr>
  <p:slideViewPr>
    <p:cSldViewPr snapToGrid="0">
      <p:cViewPr>
        <p:scale>
          <a:sx n="10" d="100"/>
          <a:sy n="10" d="100"/>
        </p:scale>
        <p:origin x="3928" y="2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D7575B-6E5C-DE69-1D48-60BD4711D3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D9127F8-2CEC-896D-C147-28A655B43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CF770D-AF2E-2401-9B3E-A76CB419B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663F6-CD32-5745-80B1-23D2CE5CE1CF}" type="datetimeFigureOut">
              <a:rPr kumimoji="1" lang="ko-KR" altLang="en-US" smtClean="0"/>
              <a:t>2026. 3. 27.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81D62C-5C62-21F3-D46C-8B732A6E8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47D94A-9222-814C-1D53-F2BC386EA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E159-44A1-9A46-967C-88BD7370E9D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29131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B94C9A-5FFB-5E44-74FD-93A259EE0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5B617E-B8B4-8305-1AE9-803030FF4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D40FDD-902F-A298-3F79-9E6C7CD20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663F6-CD32-5745-80B1-23D2CE5CE1CF}" type="datetimeFigureOut">
              <a:rPr kumimoji="1" lang="ko-KR" altLang="en-US" smtClean="0"/>
              <a:t>2026. 3. 27.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074B42-0E0B-C96A-AAA4-F92426734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077336-7191-7583-8AA0-8811C1001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E159-44A1-9A46-967C-88BD7370E9D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7225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726FDB-B7B9-4223-55E3-26D652C67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94B56B-0F43-9A46-B078-FC88F9887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0E1983-6A41-1518-9228-56DE6F419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663F6-CD32-5745-80B1-23D2CE5CE1CF}" type="datetimeFigureOut">
              <a:rPr kumimoji="1" lang="ko-KR" altLang="en-US" smtClean="0"/>
              <a:t>2026. 3. 27.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A9843D-4AC0-3F8A-E1DC-E4C496447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AF2653-B13B-663F-FF62-AD300628C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E159-44A1-9A46-967C-88BD7370E9D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74966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1161D0-E6A6-4AD2-A088-BD783E5DE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68D7DA-85AE-474F-D699-EC7BA5F1D2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22948A-6847-82A5-9CE1-B7275E119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1DCBF8-86F8-20D6-12CB-318BFB0B6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663F6-CD32-5745-80B1-23D2CE5CE1CF}" type="datetimeFigureOut">
              <a:rPr kumimoji="1" lang="ko-KR" altLang="en-US" smtClean="0"/>
              <a:t>2026. 3. 27.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476215-9870-21D5-A907-A9239A1A6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549A37-25BA-8024-5AE8-A5FBE3971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E159-44A1-9A46-967C-88BD7370E9D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1963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A285C-C44F-517A-D3B6-6EA708428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0E406D-7C0B-7BA3-9603-660540241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77FA8C-234F-8686-7AEE-3400E1AF1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1C5E552-C4BD-E7C4-E63B-83B4A8A46E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2E5221B-E67F-0DC1-BBB5-D99929F254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FC2F0D1-656C-685B-4F5C-96085E3EA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663F6-CD32-5745-80B1-23D2CE5CE1CF}" type="datetimeFigureOut">
              <a:rPr kumimoji="1" lang="ko-KR" altLang="en-US" smtClean="0"/>
              <a:t>2026. 3. 27.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0CC6AAB-FE4A-B9D2-DEAF-E57203A5A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059B365-345F-9791-BF7D-AA17FF8F5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E159-44A1-9A46-967C-88BD7370E9D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57880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D024C4-F06B-BAC6-3A78-0524C684E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3EB1E2E-7202-5F1C-541E-F586AEF84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663F6-CD32-5745-80B1-23D2CE5CE1CF}" type="datetimeFigureOut">
              <a:rPr kumimoji="1" lang="ko-KR" altLang="en-US" smtClean="0"/>
              <a:t>2026. 3. 27.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EB3494-088E-12E6-A7C7-C5A8E725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E8F1DF-29B6-0B1D-5454-CD394EAF2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E159-44A1-9A46-967C-88BD7370E9D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38324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169F55-7825-0748-C6C4-7947536CA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663F6-CD32-5745-80B1-23D2CE5CE1CF}" type="datetimeFigureOut">
              <a:rPr kumimoji="1" lang="ko-KR" altLang="en-US" smtClean="0"/>
              <a:t>2026. 3. 27.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BF83992-95DE-5EC5-51F4-C4426CB8C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7745DC-8C28-C166-D9D9-444C64136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E159-44A1-9A46-967C-88BD7370E9D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11072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8EFCB-D75E-9511-BC0B-EE7A1DC3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BA9210-81A8-CA63-AC19-2DE340196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A4AE5A-72C0-AF6A-C7D0-1160C4659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474E0B-BE2F-BEA4-FC75-413AFEDBD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663F6-CD32-5745-80B1-23D2CE5CE1CF}" type="datetimeFigureOut">
              <a:rPr kumimoji="1" lang="ko-KR" altLang="en-US" smtClean="0"/>
              <a:t>2026. 3. 27.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C16871-0DFF-950A-3BC2-B69BFBCFA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DCD027-B3BC-5DED-F155-890F8AA7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E159-44A1-9A46-967C-88BD7370E9D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2542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4450ED-A136-F6BB-5AA9-AE5C32028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83B8833-C4FC-AD83-A662-4E4516C7BF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51FA4DA-41DF-D4F9-7B0D-2EA14670B1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8DECE93-3FCD-19AC-EF02-37430B575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663F6-CD32-5745-80B1-23D2CE5CE1CF}" type="datetimeFigureOut">
              <a:rPr kumimoji="1" lang="ko-KR" altLang="en-US" smtClean="0"/>
              <a:t>2026. 3. 27.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3332D3-0F6F-AD22-ABF6-9E61FFDC3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56E8D1-1650-6A34-77CB-92F656C0B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E159-44A1-9A46-967C-88BD7370E9D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7826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22D94C-5B5C-24BA-8AA3-63E49F005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99DE91-AB70-17DB-7C49-C28D6D002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958A11-31F8-1846-4696-15C1ED435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663F6-CD32-5745-80B1-23D2CE5CE1CF}" type="datetimeFigureOut">
              <a:rPr kumimoji="1" lang="ko-KR" altLang="en-US" smtClean="0"/>
              <a:t>2026. 3. 27.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232697-3686-3449-9F35-9F5B11BA4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892944-CD77-3995-15AB-E84BD1B9B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E159-44A1-9A46-967C-88BD7370E9D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7887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B408144-A2A1-CFD2-1E2E-330885D53A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ED9ED53-F604-95E8-75EA-DEE7054E8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5D6D01-4B52-B2C9-41F6-4B228DF72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663F6-CD32-5745-80B1-23D2CE5CE1CF}" type="datetimeFigureOut">
              <a:rPr kumimoji="1" lang="ko-KR" altLang="en-US" smtClean="0"/>
              <a:t>2026. 3. 27.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AB440A-55D7-669A-7738-2CEA0DBBA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EFF57F-604C-450F-A3FD-10507C6AD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E159-44A1-9A46-967C-88BD7370E9D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38993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A9FEBF-B103-1835-2754-4FF4B8991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5834BF-3541-AC71-0D99-DCEDFF091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9EB0F9-E79C-CD95-8CF9-0D18259F8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1663F6-CD32-5745-80B1-23D2CE5CE1CF}" type="datetimeFigureOut">
              <a:rPr kumimoji="1" lang="ko-KR" altLang="en-US" smtClean="0"/>
              <a:t>2026. 3. 27.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4C3E1E-1709-D5A6-718D-AC2A8FC3C1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CA1BB6-3A15-4D4C-39C4-C9608FE27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F7E159-44A1-9A46-967C-88BD7370E9D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25909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F85A03D-579A-9669-D303-AEB8698BC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59" y="129746"/>
            <a:ext cx="11730681" cy="659850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511BED3-5F30-C514-F598-7EF3C18266DE}"/>
              </a:ext>
            </a:extLst>
          </p:cNvPr>
          <p:cNvSpPr/>
          <p:nvPr/>
        </p:nvSpPr>
        <p:spPr>
          <a:xfrm>
            <a:off x="321276" y="2681416"/>
            <a:ext cx="1692875" cy="877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DF02A7-3FC6-3C96-28D6-E973CD1A44DD}"/>
              </a:ext>
            </a:extLst>
          </p:cNvPr>
          <p:cNvSpPr txBox="1"/>
          <p:nvPr/>
        </p:nvSpPr>
        <p:spPr>
          <a:xfrm>
            <a:off x="654909" y="3685911"/>
            <a:ext cx="3648756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Point -&gt; line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변경</a:t>
            </a:r>
            <a:endParaRPr kumimoji="1" lang="en-US" altLang="ko-KR" dirty="0"/>
          </a:p>
          <a:p>
            <a:r>
              <a:rPr kumimoji="1" lang="en-US" altLang="ko-KR" dirty="0"/>
              <a:t>Thickness</a:t>
            </a:r>
            <a:r>
              <a:rPr kumimoji="1" lang="ko-KR" altLang="en-US" dirty="0"/>
              <a:t> 는 </a:t>
            </a:r>
            <a:r>
              <a:rPr kumimoji="1" lang="en-US" altLang="ko-KR" dirty="0"/>
              <a:t>binning </a:t>
            </a:r>
            <a:r>
              <a:rPr kumimoji="1" lang="ko-KR" altLang="en-US" dirty="0"/>
              <a:t>기능입니다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2682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8634549-1FD6-B04A-1086-8D3280A51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317" y="407773"/>
            <a:ext cx="7772400" cy="56080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D59D74-49E0-6EC0-6611-AF7CBE070CDB}"/>
              </a:ext>
            </a:extLst>
          </p:cNvPr>
          <p:cNvSpPr txBox="1"/>
          <p:nvPr/>
        </p:nvSpPr>
        <p:spPr>
          <a:xfrm>
            <a:off x="3952624" y="6080895"/>
            <a:ext cx="4286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드래그 해서 원하는 라인 프로파일 지정</a:t>
            </a:r>
          </a:p>
        </p:txBody>
      </p:sp>
    </p:spTree>
    <p:extLst>
      <p:ext uri="{BB962C8B-B14F-4D97-AF65-F5344CB8AC3E}">
        <p14:creationId xmlns:p14="http://schemas.microsoft.com/office/powerpoint/2010/main" val="2406245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A7482E5-EEB9-91A5-7DA5-34865D51F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02" y="757116"/>
            <a:ext cx="11394996" cy="534376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571279E-985E-B085-260F-2B2A8A5B0D38}"/>
              </a:ext>
            </a:extLst>
          </p:cNvPr>
          <p:cNvSpPr/>
          <p:nvPr/>
        </p:nvSpPr>
        <p:spPr>
          <a:xfrm>
            <a:off x="10100623" y="1016739"/>
            <a:ext cx="1692875" cy="3665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7F7B4B-1598-ED03-7A28-89479EA68A54}"/>
              </a:ext>
            </a:extLst>
          </p:cNvPr>
          <p:cNvSpPr txBox="1"/>
          <p:nvPr/>
        </p:nvSpPr>
        <p:spPr>
          <a:xfrm>
            <a:off x="9718246" y="325770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csv </a:t>
            </a:r>
            <a:r>
              <a:rPr kumimoji="1" lang="ko-KR" altLang="en-US" dirty="0"/>
              <a:t>버튼 클릭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저장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9616BA-D3D5-19E2-4B90-F34417BA908D}"/>
              </a:ext>
            </a:extLst>
          </p:cNvPr>
          <p:cNvSpPr/>
          <p:nvPr/>
        </p:nvSpPr>
        <p:spPr>
          <a:xfrm>
            <a:off x="437077" y="1037521"/>
            <a:ext cx="3334823" cy="3458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2EE42-47FD-EDA2-FAF0-332D48AD3E59}"/>
              </a:ext>
            </a:extLst>
          </p:cNvPr>
          <p:cNvSpPr txBox="1"/>
          <p:nvPr/>
        </p:nvSpPr>
        <p:spPr>
          <a:xfrm>
            <a:off x="636591" y="211470"/>
            <a:ext cx="534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Normalize clicked trace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uncheck </a:t>
            </a:r>
            <a:r>
              <a:rPr kumimoji="1" lang="ko-KR" altLang="en-US" dirty="0"/>
              <a:t>하셔야 합니다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4024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2A66B3E-41C9-3FFF-055F-3BDD59DC6E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5065"/>
          <a:stretch>
            <a:fillRect/>
          </a:stretch>
        </p:blipFill>
        <p:spPr>
          <a:xfrm>
            <a:off x="330926" y="474426"/>
            <a:ext cx="10651790" cy="21426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526266-19D4-6BAD-365E-FA582EEEAF92}"/>
              </a:ext>
            </a:extLst>
          </p:cNvPr>
          <p:cNvSpPr txBox="1"/>
          <p:nvPr/>
        </p:nvSpPr>
        <p:spPr>
          <a:xfrm>
            <a:off x="1702676" y="2782669"/>
            <a:ext cx="67281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횡방향으로 뽑으시면 특정 파장에 대한 </a:t>
            </a:r>
            <a:r>
              <a:rPr kumimoji="1" lang="en-US" altLang="ko-KR" dirty="0"/>
              <a:t>line profile</a:t>
            </a:r>
            <a:r>
              <a:rPr kumimoji="1" lang="ko-KR" altLang="en-US" dirty="0"/>
              <a:t>을 얻고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종방향으로 뽑으시면</a:t>
            </a:r>
            <a:r>
              <a:rPr kumimoji="1" lang="en-US" altLang="ko-KR" dirty="0"/>
              <a:t>,</a:t>
            </a:r>
            <a:r>
              <a:rPr kumimoji="1" lang="ko-KR" altLang="en-US" dirty="0"/>
              <a:t> 특정 포인트에 대한 스펙트럼을 얻습니다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5600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48</Words>
  <Application>Microsoft Macintosh PowerPoint</Application>
  <PresentationFormat>와이드스크린</PresentationFormat>
  <Paragraphs>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우휘제</dc:creator>
  <cp:lastModifiedBy>우휘제</cp:lastModifiedBy>
  <cp:revision>1</cp:revision>
  <dcterms:created xsi:type="dcterms:W3CDTF">2026-03-27T11:26:05Z</dcterms:created>
  <dcterms:modified xsi:type="dcterms:W3CDTF">2026-03-27T11:30:20Z</dcterms:modified>
</cp:coreProperties>
</file>